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73152" cy="14630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Previsão de Churn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52B788"/>
                </a:solidFill>
              </a:rPr>
              <a:t>de 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8F3DC"/>
                </a:solidFill>
              </a:rPr>
              <a:t>Identificando em quem investir esforço de retenção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Junho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</a:rPr>
              <a:t>Por que prever quem vai parar de comprar?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91440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</a:rPr>
              <a:t>Clientes que somem custam muito mais do que clientes que ficam.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4A4A4A"/>
                </a:solidFill>
              </a:rPr>
              <a:t>●  Reconquistar um cliente perdido custa 5–7× mais do que reter um cliente ativo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A4A4A"/>
                </a:solidFill>
              </a:rPr>
              <a:t>●  Clientes B2B com contrato têm alto valor recorrente — cada saída impacta diretamente o faturamento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A4A4A"/>
                </a:solidFill>
              </a:rPr>
              <a:t>●  A saída raramente é abrupta: o cliente reduz gradualmente antes de desaparecer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A4A4A"/>
                </a:solidFill>
              </a:rPr>
              <a:t>●  Identificar esse padrão cedo permite agir com antecedência — antes que a perda aconteça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</a:rPr>
              <a:t>💡  Pergunta central:  Quais clientes têm maior risco de não comprar nos próximos 3 meses?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 Analisada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</a:rPr>
              <a:t>O que alimenta o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91440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920240" cy="1097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92024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508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4332"/>
                </a:solidFill>
              </a:rPr>
              <a:t>765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clientes com
pedidos desde 2023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417320"/>
            <a:ext cx="1920240" cy="1097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3160" y="1417320"/>
            <a:ext cx="192024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508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4332"/>
                </a:solidFill>
              </a:rPr>
              <a:t>535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registros de
pedidos analisados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1417320"/>
            <a:ext cx="1920240" cy="1097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417320"/>
            <a:ext cx="192024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508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4332"/>
                </a:solidFill>
              </a:rPr>
              <a:t>3+ 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de histórico
comportamental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1417320"/>
            <a:ext cx="1920240" cy="1097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29400" y="1417320"/>
            <a:ext cx="192024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1508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4332"/>
                </a:solidFill>
              </a:rPr>
              <a:t>1.537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itens diferentes
no portfólio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</a:rPr>
              <a:t>Tipos de dado utilizados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089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●  Frequência de compra — quantas vezes e com que regularidade cada cliente pediu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●  Valor e portfólio — ticket médio, itens comprados, tendência de queda por produto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●  Recência — há quantos meses o cliente não faz pedidos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●  Inadimplência — histórico de dias em atraso no pagamento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Perfil dos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</a:rPr>
              <a:t>Nem todos os clientes têm o mesmo risco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91440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4A"/>
                </a:solidFill>
              </a:rPr>
              <a:t>Categoria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4A"/>
                </a:solidFill>
              </a:rPr>
              <a:t>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4A"/>
                </a:solidFill>
              </a:rPr>
              <a:t>Taxa de churn observada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91640"/>
            <a:ext cx="850392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164592" cy="4114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</a:rPr>
              <a:t>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≥ 20 pedidos/mês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87451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4332"/>
                </a:solidFill>
              </a:rPr>
              <a:t>20%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938528"/>
            <a:ext cx="640080" cy="25603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468880"/>
            <a:ext cx="164592" cy="41148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</a:rPr>
              <a:t>Alto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6–19 pedidos/mês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514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0916C"/>
                </a:solidFill>
              </a:rPr>
              <a:t>24%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2578608"/>
            <a:ext cx="768096" cy="25603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108960"/>
            <a:ext cx="164592" cy="41148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546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</a:rPr>
              <a:t>Médio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154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3–5 pedidos/mês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1546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2B788"/>
                </a:solidFill>
              </a:rPr>
              <a:t>11%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3218688"/>
            <a:ext cx="352044" cy="2560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749039"/>
            <a:ext cx="164592" cy="411480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947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</a:rPr>
              <a:t>Baixo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1–2 pedidos/mês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7947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0916C"/>
                </a:solidFill>
              </a:rPr>
              <a:t>40%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3858768"/>
            <a:ext cx="1280160" cy="256032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Clientes de volume baixo são a maioria da base e apresentam a maior taxa de churn — são o principal alvo do modelo.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</a:rPr>
              <a:t>O modelo aprende com o passado para antecipar o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91440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920240" cy="22860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92024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35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2B788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Histórico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Analisamos 3 anos de comportamento de compra de cada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2240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0916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1417320"/>
            <a:ext cx="1920240" cy="22860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42032" y="1417320"/>
            <a:ext cx="192024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1" y="1435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2B788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1481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Padrão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201168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O modelo identifica o perfil dos clientes que pararam de comprar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40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0916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1417320"/>
            <a:ext cx="1920240" cy="22860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18304" y="1417320"/>
            <a:ext cx="192024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4024" y="1435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2B788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1481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Comparação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9744" y="201168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Compara cada cliente ativo com esse padrão histórico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2240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0916C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94576" y="1417320"/>
            <a:ext cx="1920240" cy="22860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94576" y="1417320"/>
            <a:ext cx="192024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0296" y="1435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2B788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7496" y="1481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Score de risco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01168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Cada cliente recebe uma pontuação de 0 a 1 — quanto maior, maior o risco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3977639"/>
            <a:ext cx="914400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00507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Resultado: lista mensal com os clientes que mais precisam de atenção — antes que a perda aconteça.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Que Indica Risco de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</a:rPr>
              <a:t>Os sinais que o modelo aprendeu a reconhecer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91440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4114800" cy="14173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02920" cy="14173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801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</a:rPr>
              <a:t>Tempo sem pedir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92808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O sinal mais forte. Clientes que param de comprar por períodos mais longos que seu padrão histórico entram em alerta.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1417320"/>
            <a:ext cx="4114800" cy="14173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79" y="1417320"/>
            <a:ext cx="502920" cy="14173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801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50876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</a:rPr>
              <a:t>Redução de itens no portfólio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892808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Antes de sumir, o cliente tende a reduzir gradualmente a variedade de produtos — sinal de migração para concorrente.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63240"/>
            <a:ext cx="4114800" cy="14173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063240"/>
            <a:ext cx="502920" cy="14173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447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546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</a:rPr>
              <a:t>Intervalo entre compras crescendo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38728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Clientes que historicamente pediam a cada 30 dias e passam a pedir a cada 60 estão sinalizando afastamento.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79" y="3063240"/>
            <a:ext cx="4114800" cy="14173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79" y="3063240"/>
            <a:ext cx="502920" cy="14173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3447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1546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</a:rPr>
              <a:t>Histórico de inadimplência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538728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Dias em atraso no pagamento correlacionam com risco de churn — clientes com atrito financeiro saem mais.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Desempenho do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</a:rPr>
              <a:t>Validado em dados reais que o modelo nunca viu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91440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Testamos o modelo em 724 clientes com histórico de 2023–2025, verificando se as previsões para os 3 meses seguintes se confirmaram.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2560320" cy="1097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256032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4332"/>
                </a:solidFill>
              </a:rPr>
              <a:t>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4320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precisão na
ordenação de risco*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148840"/>
            <a:ext cx="2743200" cy="1097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2148840"/>
            <a:ext cx="274320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240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4332"/>
                </a:solidFill>
              </a:rPr>
              <a:t>3 em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2743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alertas são clientes
que realmente saíram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148840"/>
            <a:ext cx="2560320" cy="1097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2148840"/>
            <a:ext cx="256032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224028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4332"/>
                </a:solidFill>
              </a:rPr>
              <a:t>9 em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74320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churners capturados
pelo 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474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</a:rPr>
              <a:t>* O modelo ordena corretamente o risco em 91% dos pares de clientes comparados.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840480"/>
            <a:ext cx="9144000" cy="4572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8862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Comparação: um modelo aleatório acertaria apenas 50% — o modelo chega a 91%.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3891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</a:rPr>
              <a:t>Por que não 100%? Alguns churners são imprevisíveis — decisões externas ao comportamento de compra (mudança de fornecedor, fechamento do negócio). O modelo captura o que os dados conseguem explicar.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Como Usar os Alertas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</a:rPr>
              <a:t>Da lista ao contato — um processo simples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91440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02920" cy="5943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447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</a:rPr>
              <a:t>Receber a lista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Todo mês uma planilha com os clientes ordenados por score de risco é gerada automaticamente.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965960"/>
            <a:ext cx="182880" cy="2286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194560"/>
            <a:ext cx="502920" cy="5943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677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402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</a:rPr>
              <a:t>Priorizar pelo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5420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Clientes com score mais alto = maior urgência. Comece pelos primeiros da lista.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2788920"/>
            <a:ext cx="182880" cy="2286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017520"/>
            <a:ext cx="502920" cy="5943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0906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63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</a:rPr>
              <a:t>Entender o motivo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64991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A planilha indica o principal sinal de alerta de cada cliente (tempo sem pedir, queda de portfólio...).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611879"/>
            <a:ext cx="182880" cy="2286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840480"/>
            <a:ext cx="502920" cy="5943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913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</a:rPr>
              <a:t>Agir preventivamente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18795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Contato proativo: oferta comercial, visita, ou simplesmente uma ligação — antes de perder o cliente.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690872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4332"/>
                </a:solidFill>
              </a:rPr>
              <a:t>📄  Arquivo entregue:  clientes_alerta_modelo.xlsx  —  nome do cliente, score de risco, principal sinal de alerta, categoria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</a:rPr>
              <a:t>Para colocar o modelo em operação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91440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411480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Curto prazo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6596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A4A4A"/>
                </a:solidFill>
              </a:rPr>
              <a:t>●  Validar a lista de alertas com a equipe comercial — o modelo acertou os clientes que vocês já suspeitavam?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A4A4A"/>
                </a:solidFill>
              </a:rPr>
              <a:t>●  Definir capacidade de retenção: quantos clientes a equipe consegue contatar por mês?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A4A4A"/>
                </a:solidFill>
              </a:rPr>
              <a:t>●  Confirmar custo relativo: perder um cliente vs. abordar um que não ia sair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79" y="1371600"/>
            <a:ext cx="4114800" cy="5029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417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Médio prazo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196596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A4A4A"/>
                </a:solidFill>
              </a:rPr>
              <a:t>●  Atualização mensal automática da lista de alertas com dados novos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A4A4A"/>
                </a:solidFill>
              </a:rPr>
              <a:t>●  Registro das ações tomadas — quais clientes foram contatados e qual foi o resultado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A4A4A"/>
                </a:solidFill>
              </a:rPr>
              <a:t>●  Refinamento do modelo com feedback das ações de retenção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731520"/>
            <a:ext cx="73152" cy="36576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548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Obrigada.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031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8F3DC"/>
                </a:solidFill>
              </a:rPr>
              <a:t>O modelo está pronto.
A lista de clientes em risco também.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0175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2B788"/>
                </a:solidFill>
              </a:rPr>
              <a:t>Agora é hora de agir.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